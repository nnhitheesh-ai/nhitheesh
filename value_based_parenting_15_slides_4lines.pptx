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1" r:id="rId3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65370" y="1126917"/>
            <a:ext cx="8161020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 sz="2800" b="1">
                <a:solidFill>
                  <a:schemeClr val="dk1"/>
                </a:solidFill>
              </a:rPr>
              <a:t>2301HSX01/Universal Human Values and Ethics</a:t>
            </a:r>
            <a:endParaRPr sz="2800" b="1">
              <a:solidFill>
                <a:schemeClr val="dk1"/>
              </a:solidFill>
            </a:endParaRPr>
          </a:p>
        </p:txBody>
      </p:sp>
      <p:sp>
        <p:nvSpPr>
          <p:cNvPr id="85" name="Google Shape;85;p1"/>
          <p:cNvSpPr txBox="1"/>
          <p:nvPr>
            <p:ph type="body" idx="1"/>
          </p:nvPr>
        </p:nvSpPr>
        <p:spPr>
          <a:xfrm>
            <a:off x="609600" y="2133600"/>
            <a:ext cx="7476490" cy="362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Value Based Parenting  </a:t>
            </a:r>
            <a:endParaRPr b="1"/>
          </a:p>
          <a:p>
            <a:pPr marL="342900" lvl="0" indent="-1397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/>
          </a:p>
          <a:p>
            <a:pPr marL="342900" lvl="0" indent="-1397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/>
          </a:p>
          <a:p>
            <a:pPr marL="342900" lvl="0" indent="-1397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/>
          </a:p>
          <a:p>
            <a:pPr marL="342900" lvl="0" indent="-241300" algn="r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1"/>
          </a:p>
          <a:p>
            <a:pPr marL="342900" lvl="0" indent="-241300" algn="r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1"/>
          </a:p>
          <a:p>
            <a:pPr marL="342900" lvl="0" indent="-241300" algn="r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1"/>
          </a:p>
          <a:p>
            <a:pPr marL="342900" lvl="0" indent="-342900" algn="r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Name anandhraj          </a:t>
            </a:r>
            <a:endParaRPr sz="1600" b="1"/>
          </a:p>
          <a:p>
            <a:pPr marL="342900" lvl="0" indent="-342900" algn="r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  Class: BE EEE                                                                                  </a:t>
            </a:r>
            <a:endParaRPr sz="1600" b="1"/>
          </a:p>
          <a:p>
            <a:pPr marL="342900" lvl="0" indent="-342900" algn="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reg no : 2403820810521005 </a:t>
            </a:r>
            <a:r>
              <a:rPr lang="en-US" b="1"/>
              <a:t>                                                         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Based Parenting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Parenting that focuses on moral values</a:t>
            </a:r>
          </a:p>
          <a:p>
            <a:r>
              <a:t>Guides children to develop good character</a:t>
            </a:r>
          </a:p>
          <a:p>
            <a:r>
              <a:t>Teaches respect, honesty, and responsibility</a:t>
            </a:r>
          </a:p>
          <a:p>
            <a:r>
              <a:t>Helps children become better individuals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Parenting shapes a child’s future behavior</a:t>
            </a:r>
          </a:p>
          <a:p>
            <a:r>
              <a:t>Values help children make correct decisions</a:t>
            </a:r>
          </a:p>
          <a:p>
            <a:r>
              <a:t>Parents influence children’s attitudes strongly</a:t>
            </a:r>
          </a:p>
          <a:p>
            <a:r>
              <a:t>Early learning builds strong moral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2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Value Based Parenting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teaching ethical life principles</a:t>
            </a:r>
          </a:p>
          <a:p>
            <a:r>
              <a:t>Encourage honesty and kindness in daily life</a:t>
            </a:r>
          </a:p>
          <a:p>
            <a:r>
              <a:t>Help children understand right and wrong</a:t>
            </a:r>
          </a:p>
          <a:p>
            <a:r>
              <a:t>Develop positive habits and 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3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Parents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Parents are the first teachers of values</a:t>
            </a:r>
          </a:p>
          <a:p>
            <a:r>
              <a:t>Children observe and imitate their behavior</a:t>
            </a:r>
          </a:p>
          <a:p>
            <a:r>
              <a:t>Guidance helps children learn discipline</a:t>
            </a:r>
          </a:p>
          <a:p>
            <a:r>
              <a:t>Support and love build strong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4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Values to Teach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Honesty in actions and communication</a:t>
            </a:r>
          </a:p>
          <a:p>
            <a:r>
              <a:t>Respect towards elders and others</a:t>
            </a:r>
          </a:p>
          <a:p>
            <a:r>
              <a:t>Responsibility in daily activities</a:t>
            </a:r>
          </a:p>
          <a:p>
            <a:r>
              <a:t>Kindness and empathy toward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5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Through 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everyday situations to teach lessons</a:t>
            </a:r>
          </a:p>
          <a:p>
            <a:r>
              <a:t>Discuss good and bad behavior openly</a:t>
            </a:r>
          </a:p>
          <a:p>
            <a:r>
              <a:t>Encourage children to ask questions</a:t>
            </a:r>
          </a:p>
          <a:p>
            <a:r>
              <a:t>Help them understand 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6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talks build trust in family</a:t>
            </a:r>
          </a:p>
          <a:p>
            <a:r>
              <a:t>Children feel comfortable sharing problems</a:t>
            </a:r>
          </a:p>
          <a:p>
            <a:r>
              <a:t>Parents can guide children properly</a:t>
            </a:r>
          </a:p>
          <a:p>
            <a:r>
              <a:t>Good communication strengthens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7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Positive Home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peaceful home helps learning values</a:t>
            </a:r>
          </a:p>
          <a:p>
            <a:r>
              <a:t>Love and respect should be practiced daily</a:t>
            </a:r>
          </a:p>
          <a:p>
            <a:r>
              <a:t>Encourage teamwork among family members</a:t>
            </a:r>
          </a:p>
          <a:p>
            <a:r>
              <a:t>Children feel safe and motivated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8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Value Based Parenting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Develops strong character in children</a:t>
            </a:r>
          </a:p>
          <a:p>
            <a:r>
              <a:t>Improves social relationships</a:t>
            </a:r>
          </a:p>
          <a:p>
            <a:r>
              <a:t>Encourages responsible decision making</a:t>
            </a:r>
          </a:p>
          <a:p>
            <a:r>
              <a:t>Creates disciplined and caring individuals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9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Modern Parenting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distractions affect children</a:t>
            </a:r>
          </a:p>
          <a:p>
            <a:r>
              <a:t>Peer pressure influences behavior</a:t>
            </a:r>
          </a:p>
          <a:p>
            <a:r>
              <a:t>Busy schedules reduce family time</a:t>
            </a:r>
          </a:p>
          <a:p>
            <a:r>
              <a:t>Values may be ignored without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10</a:t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for Parents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Spend quality time with children</a:t>
            </a:r>
          </a:p>
          <a:p>
            <a:r>
              <a:t>Monitor digital activities wisely</a:t>
            </a:r>
          </a:p>
          <a:p>
            <a:r>
              <a:t>Encourage family discussions regularly</a:t>
            </a:r>
          </a:p>
          <a:p>
            <a:r>
              <a:t>Lead by example in daily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11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Values shape a child’s personality</a:t>
            </a:r>
          </a:p>
          <a:p>
            <a:r>
              <a:t>Parents play a key guiding role</a:t>
            </a:r>
          </a:p>
          <a:p>
            <a:r>
              <a:t>Consistent teaching builds strong ethics</a:t>
            </a:r>
          </a:p>
          <a:p>
            <a:r>
              <a:t>Value based parenting builds better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12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child admits breaking a toy</a:t>
            </a:r>
          </a:p>
          <a:p>
            <a:r>
              <a:t>Parents appreciate the honesty</a:t>
            </a:r>
          </a:p>
          <a:p>
            <a:r>
              <a:t>They explain responsibility calmly</a:t>
            </a:r>
          </a:p>
          <a:p>
            <a:r>
              <a:t>Child learns honesty is important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13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</a:t>
            </a:r>
            <a:r>
              <a:rPr lang="en-IN"/>
              <a:t>2</a:t>
            </a:r>
            <a:r>
              <a:t>: Kindness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Child helps a friend in need</a:t>
            </a:r>
          </a:p>
          <a:p>
            <a:r>
              <a:t>Parents praise the helpful action</a:t>
            </a:r>
          </a:p>
          <a:p>
            <a:r>
              <a:t>They explain importance of kindness</a:t>
            </a:r>
          </a:p>
          <a:p>
            <a:r>
              <a:t>Child develops empathy for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14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</a:t>
            </a:r>
            <a:r>
              <a:rPr lang="en-IN"/>
              <a:t>3</a:t>
            </a:r>
            <a:r>
              <a:t>: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Child cleans their study area daily</a:t>
            </a:r>
          </a:p>
          <a:p>
            <a:r>
              <a:t>Parents encourage this good habit</a:t>
            </a:r>
          </a:p>
          <a:p>
            <a:r>
              <a:t>They assign small household tasks</a:t>
            </a:r>
          </a:p>
          <a:p>
            <a:r>
              <a:t>Child learns responsibility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15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IN" altLang="en-US"/>
              <a:t>                                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/>
              <a:t>                                THANK YOU</a:t>
            </a:r>
            <a:endParaRPr lang="en-I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2910</Words>
  <Application>WPS Presentation</Application>
  <PresentationFormat>On-screen Show (4:3)</PresentationFormat>
  <Paragraphs>153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2301HSX01/Universal Human Values and Ethics</vt:lpstr>
      <vt:lpstr>Value Based Parenting</vt:lpstr>
      <vt:lpstr>Introduction</vt:lpstr>
      <vt:lpstr>Meaning of Value Based Parenting</vt:lpstr>
      <vt:lpstr>Role of Parents</vt:lpstr>
      <vt:lpstr>Core Values to Teach</vt:lpstr>
      <vt:lpstr>Teaching Through Daily Life</vt:lpstr>
      <vt:lpstr>Importance of Communication</vt:lpstr>
      <vt:lpstr>Positive Home Environment</vt:lpstr>
      <vt:lpstr>Benefits of Value Based Parenting</vt:lpstr>
      <vt:lpstr>Challenges in Modern Parenting</vt:lpstr>
      <vt:lpstr>Solutions for Parents</vt:lpstr>
      <vt:lpstr>Conclusion</vt:lpstr>
      <vt:lpstr>Example 1: Honesty</vt:lpstr>
      <vt:lpstr>Example 3: Kindness</vt:lpstr>
      <vt:lpstr>Example 2: Responsibility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nhitheesh</cp:lastModifiedBy>
  <cp:revision>3</cp:revision>
  <dcterms:created xsi:type="dcterms:W3CDTF">2013-01-27T09:14:00Z</dcterms:created>
  <dcterms:modified xsi:type="dcterms:W3CDTF">2026-03-16T13:37:34Z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ACAC9DDEC96E4D3EBD9DF68EC9ED6F14_12</vt:lpwstr>
  </property>
  <property fmtid="{D5CDD505-2E9C-101B-9397-08002B2CF9AE}" pid="3" name="KSOProductBuildVer">
    <vt:lpwstr>1033-12.2.0.23196</vt:lpwstr>
  </property>
</Properties>
</file>