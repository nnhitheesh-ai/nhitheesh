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73" r:id="rId3"/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77940b08a_0_12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77940b08a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0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1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1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1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38" y="1163281"/>
            <a:ext cx="8032109" cy="423730"/>
          </a:xfrm>
        </p:spPr>
        <p:txBody>
          <a:bodyPr>
            <a:normAutofit fontScale="90000"/>
          </a:bodyPr>
          <a:p>
            <a:pPr algn="ctr"/>
            <a:r>
              <a:rPr lang="en-US" altLang="en-US" sz="2755" b="1">
                <a:solidFill>
                  <a:schemeClr val="tx1"/>
                </a:solidFill>
              </a:rPr>
              <a:t>2301HSX01/Universal Human Values and Ethics</a:t>
            </a:r>
            <a:endParaRPr lang="en-US" altLang="en-US" sz="2755" b="1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190" y="2154062"/>
            <a:ext cx="7358393" cy="3566077"/>
          </a:xfrm>
        </p:spPr>
        <p:txBody>
          <a:bodyPr>
            <a:noAutofit/>
          </a:bodyPr>
          <a:p>
            <a:pPr marL="0" indent="0" algn="ctr">
              <a:buNone/>
            </a:pPr>
            <a:r>
              <a:rPr>
                <a:sym typeface="+mn-ea"/>
              </a:rPr>
              <a:t>Indian Knowledge System (IKS)</a:t>
            </a:r>
            <a:r>
              <a:rPr lang="en-US" altLang="en-US" b="1"/>
              <a:t> </a:t>
            </a:r>
            <a:endParaRPr lang="en-IN" altLang="en-US" b="1"/>
          </a:p>
          <a:p>
            <a:pPr algn="ctr"/>
            <a:endParaRPr lang="en-IN" altLang="en-US" b="1"/>
          </a:p>
          <a:p>
            <a:pPr algn="ctr"/>
            <a:endParaRPr lang="en-IN" altLang="en-US" b="1"/>
          </a:p>
          <a:p>
            <a:pPr algn="ctr"/>
            <a:endParaRPr lang="en-IN" altLang="en-US" b="1"/>
          </a:p>
          <a:p>
            <a:pPr algn="r"/>
            <a:endParaRPr lang="en-US" altLang="en-US" sz="1575" b="1"/>
          </a:p>
          <a:p>
            <a:pPr algn="r"/>
            <a:endParaRPr lang="en-US" altLang="en-US" sz="1575" b="1"/>
          </a:p>
          <a:p>
            <a:pPr algn="r"/>
            <a:endParaRPr lang="en-US" altLang="en-US" sz="1575" b="1"/>
          </a:p>
          <a:p>
            <a:pPr marL="0" indent="0" algn="r">
              <a:buNone/>
            </a:pPr>
            <a:r>
              <a:rPr lang="en-US" altLang="en-US" sz="1575" b="1"/>
              <a:t>Name </a:t>
            </a:r>
            <a:r>
              <a:rPr lang="en-IN" altLang="en-US" sz="1575" b="1"/>
              <a:t>NHITHEESH</a:t>
            </a:r>
            <a:r>
              <a:rPr lang="en-US" altLang="en-US" sz="1575" b="1"/>
              <a:t>          </a:t>
            </a:r>
            <a:endParaRPr lang="en-US" altLang="en-US" sz="1575" b="1"/>
          </a:p>
          <a:p>
            <a:pPr marL="0" indent="0" algn="r">
              <a:buNone/>
            </a:pPr>
            <a:r>
              <a:rPr lang="en-US" altLang="en-US" sz="1575" b="1"/>
              <a:t>  Class: BE EEE                                                                                  </a:t>
            </a:r>
            <a:endParaRPr lang="en-US" altLang="en-US" sz="1575" b="1"/>
          </a:p>
          <a:p>
            <a:pPr marL="0" indent="0" algn="r">
              <a:buNone/>
            </a:pPr>
            <a:r>
              <a:rPr lang="en-US" altLang="en-US" sz="1575" b="1"/>
              <a:t>reg no : 24038208105210</a:t>
            </a:r>
            <a:r>
              <a:rPr lang="en-IN" altLang="en-US" sz="1575" b="1"/>
              <a:t>34 </a:t>
            </a:r>
            <a:r>
              <a:rPr lang="en-IN" altLang="en-US" b="1"/>
              <a:t>                                                         </a:t>
            </a:r>
            <a:endParaRPr lang="en-I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Indian Knowledge System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Ancient system of knowledge developed in India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Includes philosophy, science, arts, and culture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Passed through generations by texts and practice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Focuses on harmony between nature and human life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Indian knowledge developed over thousands of years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Based on observation, logic, and experience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Recorded in texts like Vedas and Upanishads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Influenced education, science, and society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Objectives of IKS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Preserve traditional knowledge of India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Promote cultural and scientific heritage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Encourage holistic learning approaches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Integrate traditional wisdom with modern education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Vedas and Ancient Texts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Vedas are the oldest sacred texts of India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They contain knowledge of philosophy and rituals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Upanishads explain spiritual understanding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These texts form the base of Indian knowledge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Indian Mathematics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5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Ancient India contributed greatly to mathematics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Concept of zero was developed in India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Decimal number system originated here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Mathematicians like Aryabhata advanced the field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Indian Medicine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6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Ayurveda is the traditional Indian medical system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Focuses on balance of body, mind, and spirit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Uses natural herbs and lifestyle practices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Promotes preventive healthcare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Indian Astronomy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7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Ancient scholars studied planets and stars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Aryabhata explained rotation of the earth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Accurate calculations of eclipses were made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Astronomy helped develop calendars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Indian Education System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8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Ancient education was provided in Gurukuls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Students lived with teachers and learned values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Focus on discipline and practical knowledge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Education included philosophy, science, and arts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Indian Architecture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9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Ancient temples show advanced engineering skills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of geometry and symmetry in design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Structures built to last for centuries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reflected culture and spirituality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Importance of IKS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10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Preserves cultural heritage of India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Provides sustainable and holistic solutions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Encourages respect for nature and life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Helps understand traditional scientific thinking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Modern Relevance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Traditional knowledge supports modern research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Yoga and Ayurveda used worldwide today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Sustainable practices help environmental care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IKS connects past wisdom with modern society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11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1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Indian Knowledge System is rich and diverse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Combines science, culture, and philosophy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Important to preserve and study this heritage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Can guide future innovations and learning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1: Yoga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1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Yoga originated in ancient India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Practice improves physical and mental health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Used worldwide for stress management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Shows practical value of Indian knowledge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13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2: Ayurveda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1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Ayurveda uses natural herbs for treatment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Focuses on prevention rather than cure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Balances body energies called doshas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Widely practiced traditional medical system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3: Indian Mathematics</a:t>
            </a:r>
            <a:endParaRPr lang="en-US" sz="4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15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Concept of zero developed in India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Used in modern mathematics and computing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Decimal system simplified calculations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of India’s scientific contribution</a:t>
            </a:r>
            <a:endParaRPr lang="en-US" sz="3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274320" y="6217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15</a:t>
            </a:r>
            <a:endParaRPr lang="en-US"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77940b08a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g3d77940b08a_0_12"/>
          <p:cNvSpPr txBox="1"/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3110</Words>
  <Application>WPS Presentation</Application>
  <PresentationFormat/>
  <Paragraphs>150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2301HSX01/Universal Human Values and Ethics</vt:lpstr>
      <vt:lpstr>Indian Knowledge System</vt:lpstr>
      <vt:lpstr>Introduction</vt:lpstr>
      <vt:lpstr>Objectives of IKS</vt:lpstr>
      <vt:lpstr>Vedas and Ancient Texts</vt:lpstr>
      <vt:lpstr>Indian Mathematics</vt:lpstr>
      <vt:lpstr>Indian Medicine</vt:lpstr>
      <vt:lpstr>Indian Astronomy</vt:lpstr>
      <vt:lpstr>Indian Education System</vt:lpstr>
      <vt:lpstr>Indian Architecture</vt:lpstr>
      <vt:lpstr>Importance of IKS</vt:lpstr>
      <vt:lpstr>Modern Relevance</vt:lpstr>
      <vt:lpstr>Conclusion</vt:lpstr>
      <vt:lpstr>Example 1: Yoga</vt:lpstr>
      <vt:lpstr>Example 2: Ayurveda</vt:lpstr>
      <vt:lpstr>Example 3: Indian Mathematics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2301HSX01/Universal Human Values and Ethics</dc:title>
  <dc:creator/>
  <cp:lastModifiedBy>nhitheesh</cp:lastModifiedBy>
  <cp:revision>1</cp:revision>
  <dcterms:created xsi:type="dcterms:W3CDTF">2026-03-16T13:31:32Z</dcterms:created>
  <dcterms:modified xsi:type="dcterms:W3CDTF">2026-03-16T13:31:32Z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5BAB3965AB374FD19D59651A80225F74_12</vt:lpwstr>
  </property>
  <property fmtid="{D5CDD505-2E9C-101B-9397-08002B2CF9AE}" pid="3" name="KSOProductBuildVer">
    <vt:lpwstr>1033-12.2.0.23196</vt:lpwstr>
  </property>
</Properties>
</file>